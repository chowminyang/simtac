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4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2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4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2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0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7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6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8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7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6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A065-A32C-F843-92E8-75BEE02C8E5F}" type="datetimeFigureOut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D6233-5756-D247-B975-36DB2FF87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2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3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Chest </a:t>
            </a:r>
            <a:endParaRPr lang="en-US" dirty="0"/>
          </a:p>
        </p:txBody>
      </p:sp>
      <p:pic>
        <p:nvPicPr>
          <p:cNvPr id="4" name="Content Placeholder 3" descr="Rash_on_the_chest_of_a_person_with_anaphylaxis.jpe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20" b="134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013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ECG</a:t>
            </a:r>
            <a:endParaRPr lang="en-US" dirty="0"/>
          </a:p>
        </p:txBody>
      </p:sp>
      <p:pic>
        <p:nvPicPr>
          <p:cNvPr id="4" name="Content Placeholder 3" descr="index.jpe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" b="4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1339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 7.29</a:t>
            </a:r>
          </a:p>
          <a:p>
            <a:r>
              <a:rPr lang="en-US" dirty="0" smtClean="0"/>
              <a:t>pC02 45</a:t>
            </a:r>
          </a:p>
          <a:p>
            <a:r>
              <a:rPr lang="en-US" dirty="0" smtClean="0"/>
              <a:t>P02 60</a:t>
            </a:r>
          </a:p>
          <a:p>
            <a:r>
              <a:rPr lang="en-US" dirty="0" err="1" smtClean="0"/>
              <a:t>Bicarb</a:t>
            </a:r>
            <a:r>
              <a:rPr lang="en-US" dirty="0" smtClean="0"/>
              <a:t> 19</a:t>
            </a:r>
          </a:p>
          <a:p>
            <a:r>
              <a:rPr lang="en-US" dirty="0" smtClean="0"/>
              <a:t>Lactate 4</a:t>
            </a:r>
          </a:p>
          <a:p>
            <a:r>
              <a:rPr lang="en-US" dirty="0" smtClean="0"/>
              <a:t>BE 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32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CXR</a:t>
            </a:r>
            <a:endParaRPr lang="en-US" dirty="0"/>
          </a:p>
        </p:txBody>
      </p:sp>
      <p:pic>
        <p:nvPicPr>
          <p:cNvPr id="4" name="Content Placeholder 3" descr="1-10-500-500-100.jpe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823" r="-258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7106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</Words>
  <Application>Microsoft Macintosh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Chest </vt:lpstr>
      <vt:lpstr>ECG</vt:lpstr>
      <vt:lpstr>ABG</vt:lpstr>
      <vt:lpstr>CXR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Dilin Tang</dc:creator>
  <cp:lastModifiedBy>Dilin Tang</cp:lastModifiedBy>
  <cp:revision>1</cp:revision>
  <dcterms:created xsi:type="dcterms:W3CDTF">2017-06-04T17:36:03Z</dcterms:created>
  <dcterms:modified xsi:type="dcterms:W3CDTF">2017-06-04T17:45:10Z</dcterms:modified>
</cp:coreProperties>
</file>