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1" r:id="rId8"/>
    <p:sldId id="262" r:id="rId9"/>
    <p:sldId id="263" r:id="rId10"/>
    <p:sldId id="264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zh-CN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-143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printerSettings" Target="printerSettings/printerSettings1.bin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en-GB" altLang="zh-CN" smtClean="0"/>
              <a:t>Click to edit Master subtitle style</a:t>
            </a: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262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464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8254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37852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73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90405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19304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0489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en-GB" altLang="zh-CN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4342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631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149719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GB" altLang="zh-CN" smtClean="0"/>
              <a:t>Click to edit Master title style</a:t>
            </a:r>
            <a:endParaRPr kumimoji="1"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GB" altLang="zh-CN" smtClean="0"/>
              <a:t>Click to edit Master text styles</a:t>
            </a:r>
          </a:p>
          <a:p>
            <a:pPr lvl="1"/>
            <a:r>
              <a:rPr kumimoji="1" lang="en-GB" altLang="zh-CN" smtClean="0"/>
              <a:t>Second level</a:t>
            </a:r>
          </a:p>
          <a:p>
            <a:pPr lvl="2"/>
            <a:r>
              <a:rPr kumimoji="1" lang="en-GB" altLang="zh-CN" smtClean="0"/>
              <a:t>Third level</a:t>
            </a:r>
          </a:p>
          <a:p>
            <a:pPr lvl="3"/>
            <a:r>
              <a:rPr kumimoji="1" lang="en-GB" altLang="zh-CN" smtClean="0"/>
              <a:t>Fourth level</a:t>
            </a:r>
          </a:p>
          <a:p>
            <a:pPr lvl="4"/>
            <a:r>
              <a:rPr kumimoji="1" lang="en-GB" altLang="zh-CN" smtClean="0"/>
              <a:t>Fifth level</a:t>
            </a:r>
            <a:endParaRPr kumimoji="1"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77AC8-467E-5243-A196-642D47665109}" type="datetimeFigureOut">
              <a:rPr kumimoji="1" lang="zh-CN" altLang="en-US" smtClean="0"/>
              <a:t>5/6/17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991FD-0095-874E-8E09-52AD56EFD96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9825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e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GB" altLang="zh-CN" dirty="0" smtClean="0"/>
              <a:t>EMCC Nov 19</a:t>
            </a:r>
            <a:endParaRPr kumimoji="1"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0770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Capillary Blood Glucose</a:t>
            </a:r>
            <a:endParaRPr kumimoji="1"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 err="1" smtClean="0"/>
              <a:t>Hypocount</a:t>
            </a:r>
            <a:r>
              <a:rPr kumimoji="1" lang="en-GB" altLang="zh-CN" dirty="0" smtClean="0"/>
              <a:t> 5.2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85103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ECG 1</a:t>
            </a:r>
            <a:endParaRPr kumimoji="1" lang="zh-CN" altLang="en-US" dirty="0"/>
          </a:p>
        </p:txBody>
      </p:sp>
      <p:pic>
        <p:nvPicPr>
          <p:cNvPr id="6" name="Content Placeholder 5" descr="ECG 3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253" r="-20253"/>
          <a:stretch>
            <a:fillRect/>
          </a:stretch>
        </p:blipFill>
        <p:spPr>
          <a:xfrm>
            <a:off x="-822518" y="274638"/>
            <a:ext cx="10896165" cy="5992471"/>
          </a:xfrm>
        </p:spPr>
      </p:pic>
    </p:spTree>
    <p:extLst>
      <p:ext uri="{BB962C8B-B14F-4D97-AF65-F5344CB8AC3E}">
        <p14:creationId xmlns:p14="http://schemas.microsoft.com/office/powerpoint/2010/main" val="1213499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ECG 2</a:t>
            </a:r>
            <a:endParaRPr kumimoji="1" lang="zh-CN" altLang="en-US" dirty="0"/>
          </a:p>
        </p:txBody>
      </p:sp>
      <p:pic>
        <p:nvPicPr>
          <p:cNvPr id="4" name="Content Placeholder 3" descr="ECG 3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253" r="-20253"/>
          <a:stretch>
            <a:fillRect/>
          </a:stretch>
        </p:blipFill>
        <p:spPr>
          <a:xfrm>
            <a:off x="-1048902" y="274638"/>
            <a:ext cx="11139258" cy="6126163"/>
          </a:xfrm>
        </p:spPr>
      </p:pic>
    </p:spTree>
    <p:extLst>
      <p:ext uri="{BB962C8B-B14F-4D97-AF65-F5344CB8AC3E}">
        <p14:creationId xmlns:p14="http://schemas.microsoft.com/office/powerpoint/2010/main" val="377630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ECG 3</a:t>
            </a:r>
            <a:endParaRPr kumimoji="1" lang="zh-CN" altLang="en-US" dirty="0"/>
          </a:p>
        </p:txBody>
      </p:sp>
      <p:pic>
        <p:nvPicPr>
          <p:cNvPr id="4" name="Content Placeholder 3" descr="ECG 3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253" r="-20253"/>
          <a:stretch>
            <a:fillRect/>
          </a:stretch>
        </p:blipFill>
        <p:spPr>
          <a:xfrm>
            <a:off x="-499399" y="0"/>
            <a:ext cx="10639882" cy="5851525"/>
          </a:xfrm>
        </p:spPr>
      </p:pic>
    </p:spTree>
    <p:extLst>
      <p:ext uri="{BB962C8B-B14F-4D97-AF65-F5344CB8AC3E}">
        <p14:creationId xmlns:p14="http://schemas.microsoft.com/office/powerpoint/2010/main" val="3788493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Old ECG</a:t>
            </a:r>
            <a:endParaRPr kumimoji="1" lang="zh-CN" altLang="en-US" dirty="0"/>
          </a:p>
        </p:txBody>
      </p:sp>
      <p:pic>
        <p:nvPicPr>
          <p:cNvPr id="4" name="Content Placeholder 3" descr="old ECG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253" r="-20253"/>
          <a:stretch>
            <a:fillRect/>
          </a:stretch>
        </p:blipFill>
        <p:spPr>
          <a:xfrm>
            <a:off x="-716616" y="274638"/>
            <a:ext cx="10639882" cy="5851525"/>
          </a:xfrm>
        </p:spPr>
      </p:pic>
    </p:spTree>
    <p:extLst>
      <p:ext uri="{BB962C8B-B14F-4D97-AF65-F5344CB8AC3E}">
        <p14:creationId xmlns:p14="http://schemas.microsoft.com/office/powerpoint/2010/main" val="2895901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ABG 1</a:t>
            </a:r>
            <a:endParaRPr kumimoji="1"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 smtClean="0"/>
              <a:t>pH 7.41</a:t>
            </a:r>
          </a:p>
          <a:p>
            <a:r>
              <a:rPr kumimoji="1" lang="en-GB" altLang="zh-CN" dirty="0" smtClean="0"/>
              <a:t>pC02 47</a:t>
            </a:r>
          </a:p>
          <a:p>
            <a:r>
              <a:rPr kumimoji="1" lang="en-GB" altLang="zh-CN" dirty="0" smtClean="0"/>
              <a:t>P02 71</a:t>
            </a:r>
          </a:p>
          <a:p>
            <a:r>
              <a:rPr kumimoji="1" lang="en-GB" altLang="zh-CN" dirty="0" err="1" smtClean="0"/>
              <a:t>Bicarb</a:t>
            </a:r>
            <a:r>
              <a:rPr kumimoji="1" lang="en-GB" altLang="zh-CN" dirty="0" smtClean="0"/>
              <a:t> 30</a:t>
            </a:r>
          </a:p>
          <a:p>
            <a:r>
              <a:rPr kumimoji="1" lang="en-GB" altLang="zh-CN" dirty="0" smtClean="0"/>
              <a:t>BE 5</a:t>
            </a:r>
          </a:p>
          <a:p>
            <a:r>
              <a:rPr kumimoji="1" lang="en-GB" altLang="zh-CN" dirty="0" smtClean="0"/>
              <a:t>Sp02 94%</a:t>
            </a:r>
          </a:p>
          <a:p>
            <a:r>
              <a:rPr kumimoji="1" lang="en-GB" altLang="zh-CN" dirty="0" smtClean="0"/>
              <a:t>Lactate 0.67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77608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ABG 2</a:t>
            </a:r>
            <a:endParaRPr kumimoji="1"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GB" altLang="zh-CN" dirty="0" smtClean="0"/>
              <a:t>pH 7.41</a:t>
            </a:r>
          </a:p>
          <a:p>
            <a:r>
              <a:rPr kumimoji="1" lang="en-GB" altLang="zh-CN" dirty="0" smtClean="0"/>
              <a:t>pC02 54</a:t>
            </a:r>
          </a:p>
          <a:p>
            <a:r>
              <a:rPr kumimoji="1" lang="en-GB" altLang="zh-CN" dirty="0" smtClean="0"/>
              <a:t>p 02 462</a:t>
            </a:r>
          </a:p>
          <a:p>
            <a:r>
              <a:rPr kumimoji="1" lang="en-GB" altLang="zh-CN" dirty="0" err="1" smtClean="0"/>
              <a:t>Bicarb</a:t>
            </a:r>
            <a:r>
              <a:rPr kumimoji="1" lang="en-GB" altLang="zh-CN" dirty="0" smtClean="0"/>
              <a:t> 34</a:t>
            </a:r>
          </a:p>
          <a:p>
            <a:r>
              <a:rPr kumimoji="1" lang="en-GB" altLang="zh-CN" dirty="0" smtClean="0"/>
              <a:t>BE 10</a:t>
            </a:r>
          </a:p>
          <a:p>
            <a:r>
              <a:rPr kumimoji="1" lang="en-GB" altLang="zh-CN" dirty="0" smtClean="0"/>
              <a:t>Sp02 100%</a:t>
            </a:r>
          </a:p>
          <a:p>
            <a:r>
              <a:rPr kumimoji="1" lang="en-GB" altLang="zh-CN" dirty="0" smtClean="0"/>
              <a:t>Lactate 0.77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453469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CXR 1</a:t>
            </a:r>
            <a:endParaRPr kumimoji="1" lang="zh-CN" altLang="en-US" dirty="0"/>
          </a:p>
        </p:txBody>
      </p:sp>
      <p:pic>
        <p:nvPicPr>
          <p:cNvPr id="4" name="Content Placeholder 3" descr="non intubated CXR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772" r="-247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2883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CXR 2</a:t>
            </a:r>
            <a:endParaRPr kumimoji="1" lang="zh-CN" altLang="en-US" dirty="0"/>
          </a:p>
        </p:txBody>
      </p:sp>
      <p:pic>
        <p:nvPicPr>
          <p:cNvPr id="4" name="Content Placeholder 3" descr="Intubated CXR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60545" r="-60545"/>
          <a:stretch>
            <a:fillRect/>
          </a:stretch>
        </p:blipFill>
        <p:spPr>
          <a:xfrm>
            <a:off x="0" y="1200388"/>
            <a:ext cx="9576998" cy="5266980"/>
          </a:xfrm>
        </p:spPr>
      </p:pic>
    </p:spTree>
    <p:extLst>
      <p:ext uri="{BB962C8B-B14F-4D97-AF65-F5344CB8AC3E}">
        <p14:creationId xmlns:p14="http://schemas.microsoft.com/office/powerpoint/2010/main" val="41758380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CT brain </a:t>
            </a:r>
            <a:endParaRPr kumimoji="1" lang="zh-CN" altLang="en-US" dirty="0"/>
          </a:p>
        </p:txBody>
      </p:sp>
      <p:pic>
        <p:nvPicPr>
          <p:cNvPr id="4" name="Content Placeholder 3" descr="normal CT brain 1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671" r="-16671"/>
          <a:stretch>
            <a:fillRect/>
          </a:stretch>
        </p:blipFill>
        <p:spPr>
          <a:xfrm>
            <a:off x="-528632" y="1148988"/>
            <a:ext cx="10019343" cy="5510253"/>
          </a:xfrm>
        </p:spPr>
      </p:pic>
    </p:spTree>
    <p:extLst>
      <p:ext uri="{BB962C8B-B14F-4D97-AF65-F5344CB8AC3E}">
        <p14:creationId xmlns:p14="http://schemas.microsoft.com/office/powerpoint/2010/main" val="545174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CT brain</a:t>
            </a:r>
            <a:endParaRPr kumimoji="1" lang="zh-CN" altLang="en-US" dirty="0"/>
          </a:p>
        </p:txBody>
      </p:sp>
      <p:pic>
        <p:nvPicPr>
          <p:cNvPr id="4" name="Content Placeholder 3" descr="normal CT brain 2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6968" r="-16968"/>
          <a:stretch>
            <a:fillRect/>
          </a:stretch>
        </p:blipFill>
        <p:spPr>
          <a:xfrm>
            <a:off x="-645594" y="1148988"/>
            <a:ext cx="10169724" cy="5592956"/>
          </a:xfrm>
        </p:spPr>
      </p:pic>
    </p:spTree>
    <p:extLst>
      <p:ext uri="{BB962C8B-B14F-4D97-AF65-F5344CB8AC3E}">
        <p14:creationId xmlns:p14="http://schemas.microsoft.com/office/powerpoint/2010/main" val="1430765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GB" altLang="zh-CN" dirty="0" smtClean="0"/>
              <a:t>CT brain</a:t>
            </a:r>
            <a:endParaRPr kumimoji="1" lang="zh-CN" altLang="en-US" dirty="0"/>
          </a:p>
        </p:txBody>
      </p:sp>
      <p:pic>
        <p:nvPicPr>
          <p:cNvPr id="4" name="Content Placeholder 3" descr="normal CT brain 3.jpg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310" r="-17310"/>
          <a:stretch>
            <a:fillRect/>
          </a:stretch>
        </p:blipFill>
        <p:spPr>
          <a:xfrm>
            <a:off x="-595468" y="1132277"/>
            <a:ext cx="10086179" cy="5547010"/>
          </a:xfrm>
        </p:spPr>
      </p:pic>
    </p:spTree>
    <p:extLst>
      <p:ext uri="{BB962C8B-B14F-4D97-AF65-F5344CB8AC3E}">
        <p14:creationId xmlns:p14="http://schemas.microsoft.com/office/powerpoint/2010/main" val="1258673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61</Words>
  <Application>Microsoft Macintosh PowerPoint</Application>
  <PresentationFormat>On-screen Show (4:3)</PresentationFormat>
  <Paragraphs>28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EMCC Nov 19</vt:lpstr>
      <vt:lpstr>Capillary Blood Glucose</vt:lpstr>
      <vt:lpstr>ECG 1</vt:lpstr>
      <vt:lpstr>ECG 2</vt:lpstr>
      <vt:lpstr>ECG 3</vt:lpstr>
      <vt:lpstr>Old ECG</vt:lpstr>
      <vt:lpstr>ABG 1</vt:lpstr>
      <vt:lpstr>ABG 2</vt:lpstr>
      <vt:lpstr>CXR 1</vt:lpstr>
      <vt:lpstr>CXR 2</vt:lpstr>
      <vt:lpstr>CT brain </vt:lpstr>
      <vt:lpstr>CT brain</vt:lpstr>
      <vt:lpstr>CT brain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EMCC Nov 19</dc:title>
  <dc:creator>TDL</dc:creator>
  <cp:lastModifiedBy>Dilin Tang</cp:lastModifiedBy>
  <cp:revision>2</cp:revision>
  <dcterms:created xsi:type="dcterms:W3CDTF">2016-10-13T16:06:16Z</dcterms:created>
  <dcterms:modified xsi:type="dcterms:W3CDTF">2017-06-04T17:46:19Z</dcterms:modified>
</cp:coreProperties>
</file>